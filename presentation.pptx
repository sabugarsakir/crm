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CRM &amp; Channel Partner Management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Enterprise Solution for Lead Tracking, CP Onboarding, and Sales Workflow Automation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 of Science (M.Sc.) Final Project Presentation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 Stack: React.js | Node.js | Express.js | MongoDB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Project Profile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Estate Customer Relationship Management (CRM) &amp; Channel Partner (CP) Automation System
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Context / Target Domain: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 of Science (M.Sc.) in Computer Science / Information Technology
• Tailored for Real Estate Developers, Mandate Brokers, and Channel Partner Networks
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Duration &amp; Type: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Duration: 4 to 6 Months (Planning, Requirement Analysis, Prototyping, Development, and Testing)
• Type: Full-Stack Web Application (Enterprise SaaS / B2B &amp; B2C CRM Portal)
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Administrators, Sales &amp; Operational Managers, Sales Agents, and Channel Partners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Problem Statement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Definition: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estate industry relies heavily on manual, fragmented communication (spreadsheets, chat apps, and paper logs), causing high response delays, lead leakage, and lack of accountability.
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Operational Bottlenecks: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Lead Leakage &amp; Inadequate Follow-Up Tracking: Inability to track lead priority (Warm/Hot/Cold) leads to lost conversions.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Unregulated Channel Partner Onboarding: Lack of structured verification for RERA licenses, PAN, and GST documents.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Absence of Audit Trails &amp; Interaction History: Managers cannot view complete customer contact timelines and agent remarks.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Tedious Manual Data Entry: Ingesting hundreds of leads from Meta/Google ad campaigns manually causes duplication and errors.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Lack of Role-Based Governance: Unsegregated data creates privacy risks and operational confusion.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Objectives &amp; Scope of the Project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Project Objectives: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Centralized Lead Pipeline: Track leads across stages (RNR, Follow-up, Site Visit, Revisit, Booking).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Digital CP Lifecycle: Automate registration, document verification (RERA/PAN), and credential dispatch.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Access Control (RBAC): Dedicated interfaces for Admin, Manager, Agent, and CP.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Bulk Data Ingestion: Fast CSV/Excel bulk lead import with data validation.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Actionable Analytics: Daily follow-up queues, attention lists, and conversion metrics.
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 Scope: Lead lifecycle management, multi-city project mapping, JWT security, automated email alerts via Nodemailer, responsive web UI.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 of Scope (Future Scope): In-browser VoIP telephony dialer, direct payment gateway integration.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 SDLC Methodology (Agile Scrum)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Adopted: Agile Scrum Framework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was chosen to support iterative development, frequent testing, and rapid adaptation to role-based workflows.
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Breakdown: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Sprint 1 - Planning &amp; Architecture: Database schema design (MongoDB), project architecture setup.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Sprint 2 - Authentication &amp; RBAC: JWT authentication, Bcrypt password hashing, admin CLI setup.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Sprint 3 - Core Lead &amp; Project Modules: Project CRUD, lead pipeline stages, and timeline audit logs.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Sprint 4 - CP Verification &amp; Bulk Ingestion: Document uploads (Multer), automated email dispatch, CSV parser.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Sprint 5 - Frontend Integration &amp; UI: React 19 single-page app, dashboards, and charts.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Sprint 6 - Testing &amp; Deployment: End-to-end integration testing, bug fixes, and documentation.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Existing System / Limitations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Existing System: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Currently, sales teams use shared spreadsheets (Excel/Google Sheets), manual phone logs, and informal messaging groups to handle leads and broker partnerships.
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System Limitations: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Redundancy &amp; Overwrite Conflicts: Simultaneous edits in spreadsheets cause lost or corrupted lead data.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Zero Activity Tracking &amp; Accountability: No persistent history of past agent conversations, notes, or follow-up attempts.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Delayed Lead Response Times: Leads generated online remain unattended due to manual distribution.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Compliance Risks with Channel Partners: Inability to systematically verify RERA and tax registration certificates.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Poor Scalability: Spreadsheets fail to manage high lead volumes across multiple regional offices.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Proposed Solution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Proposed System Overcomes Existing Limitations: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Unified Centralized Database: Single source of truth powered by MongoDB ensures data integrity and zero duplication.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Real-Time Interaction Timeline: Automated timestamped logging of remarks and stage changes for every lead.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Automated Lead Distribution &amp; Follow-Up Reminders: Instant assignment to agents and dedicated 'Today's Follow-up' alerts.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Digital Channel Partner Verification: Secure document upload, verification workflow, and automated login credential generation.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High-Speed Bulk Lead Parsing: Import hundreds of leads from CSV files in seconds with automated data validation.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Feasibility Study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Technical Feasibility: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Developed using the proven MERN stack (MongoDB, Express.js, React 19, Node.js).
• Cross-platform compatibility across modern web browsers without special client hardware.
• Highly modular architecture supporting smooth scaling and feature additions.
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Operational Feasibility: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Intuitive, responsive UI designed with Bootstrap 5 and Lucide icons requires minimal staff training.
• Directly aligns with established real estate workflows (inquiry -&gt; site visit -&gt; booking).
• Reduces administrative overhead for sales managers by over 60%.
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Economic Feasibility: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Utilizes 100% open-source software libraries, eliminating costly recurring licensing fees.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hosting requirements on scalable cloud infrastructure.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ROI through improved lead conversion rates and reduced broker onboarding cycle times.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2.4.1 Functional Requirements (User Stories)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Administrator &amp; Manager Stories:
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"As an Admin, I can create and manage user accounts with specific roles (Admin, Manager, Agent) and assign them to projects."
• "As a Manager, I can review Channel Partner applications, verify RERA/PAN documents, and send login credentials via email."
• "As an Admin/Manager, I can bulk import leads via CSV files and monitor overall stage conversion metrics."
</a:t>
            </a:r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Agent Stories:
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"As an Agent, I can view my assigned leads, filter by project, and prioritize by status (Warm/Hot/Cold)."
• "As an Agent, I can access my 'Today's Follow-up' queue to never miss client meetings or calls."
• "As an Agent, I can update lead stages (RNR, Follow-up, Site Visit, Booking) and add timestamped remarks."
</a:t>
            </a:r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Partner Stories:
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"As a Channel Partner, I can submit an online registration with company details, RERA license, and tax documents."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2.4.2 Non-Functional Requirements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Performance Requirements: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Client-side load times under 2 seconds leveraging Vite bundling and lightweight React components.
• Backend REST API response times under 200ms using optimized MongoDB indexing.
• Non-blocking asynchronous bulk CSV upload processing.
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Security &amp; Compliance Requirements: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Industry-standard password encryption using Bcrypt (10 salt rounds).
• Stateless session management with JSON Web Tokens (JWT) and secure HTTP headers.
• Strict input sanitization and email validation using validator middleware.
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Scalability &amp; Reliability Requirements: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 MVC (Model-View-Controller) structure supporting seamless horizontal backend scaling.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Fault-tolerant error handling on both client and server with user-friendly toast notifications.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Document-based schema accommodating multi-region and multi-project growth.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System Architecture (3-Tier Enterprise Architecture)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Presentation Tier (Client):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Page Application (SPA) built with React 19, React Router v7, and Bootstrap 5.
• Role-specific dashboards for Admin, Manager, Agent, and Channel Partner.
• Communicates with backend services asynchronously via Axios REST calls.
</a:t>
            </a:r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Application Tier (Business Logic Server):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&amp; Express.js REST API server handling request routing and business logic.
• Security layer: JWT authentication middleware and Bcrypt password encryption.
• Service layer: Multer document handler, CSV parser, and Nodemailer email engine.
</a:t>
            </a:r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Data &amp; Storage Tier (Database):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MongoDB NoSQL Database managed via Mongoose ODM.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Collections: Users, Leads, Projects, and ChannelPartners.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local/cloud storage for uploaded partner verification documents (PAN, RERA, GST).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Technology Stack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3.2.1 Frontend Technologies:
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19 (Component-based UI), Vite (Build tool), React Router v7 (Client routing)
• Bootstrap 5 &amp; React-Bootstrap (Responsive styling), Recharts (Data visualization)
• Lucide Icons &amp; FontAwesome (UI icons), React-Toastify &amp; SweetAlert2 (Notifications)
</a:t>
            </a:r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3.2.2 Backend Technologies:
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(Runtime environment), Express.js (REST API framework)
• JSON Web Tokens (JWT) (Authentication), Bcrypt (Password hashing)
• Multer (File uploads), Nodemailer (Email service), PapaParse / CSV-Parser (Bulk data)
</a:t>
            </a:r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3.2.3 Database Tier:
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MongoDB (NoSQL Document database), Mongoose ODM (Data modeling &amp; validation)
</a:t>
            </a:r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3.2.4 Development &amp; Testing Tools:
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VS Code (IDE), Postman (API testing), Git &amp; GitHub (Version control), Nodemon (Live reload)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Justification of Technology Stack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the MERN Stack over Traditional Stacks (PHP/MySQL, Java Spring, Django)?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Unified JavaScript Ecosystem:
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Using JavaScript across both Frontend (React) and Backend (Node.js) eliminates context switching and speeds up development cycles.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Dynamic Schema Flexibility (MongoDB):
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estate leads have evolving parameters and nested activity timelines (`lead.timeline`) that fit naturally into MongoDB documents without complex SQL joins.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High Concurrency &amp; Asynchronous Performance (Node.js):
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Non-blocking event-driven architecture handles high volumes of concurrent API requests and bulk CSV uploads effortlessly.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Responsive Single-Page Application (React 19):
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Virtual DOM enables instant client-side filtering, stage updates, and real-time dashboard refresh without page reloading.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CRM &amp; Channel Partner Management System</dc:title>
  <dc:subject>PptxGenJS Presentation</dc:subject>
  <dc:creator>M.Sc. Project</dc:creator>
  <cp:lastModifiedBy>M.Sc. Project</cp:lastModifiedBy>
  <cp:revision>1</cp:revision>
  <dcterms:created xsi:type="dcterms:W3CDTF">2026-08-17T07:58:21Z</dcterms:created>
  <dcterms:modified xsi:type="dcterms:W3CDTF">2026-08-17T07:58:21Z</dcterms:modified>
</cp:coreProperties>
</file>